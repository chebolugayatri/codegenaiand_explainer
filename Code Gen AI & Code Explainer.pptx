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antason Bold" charset="1" panose="00000000000000000000"/>
      <p:regular r:id="rId24"/>
    </p:embeddedFont>
    <p:embeddedFont>
      <p:font typeface="Cloud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525424"/>
            <a:ext cx="13018493" cy="99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1"/>
              </a:lnSpc>
            </a:pPr>
            <a:r>
              <a:rPr lang="en-US" b="true" sz="5793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CODE GEN AI &amp; CODE EXPLAINER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46899" y="5413850"/>
            <a:ext cx="11907413" cy="15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2"/>
              </a:lnSpc>
            </a:pPr>
            <a:r>
              <a:rPr lang="en-US" sz="448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AI-Powered Assistant for Code Generation, Analysis, and Explanation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9321" y="8004154"/>
            <a:ext cx="7979271" cy="9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8"/>
              </a:lnSpc>
            </a:pPr>
            <a:r>
              <a:rPr lang="en-US" sz="5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Presented by: Ch. Gayatri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92146" y="1566862"/>
            <a:ext cx="10009291" cy="117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7"/>
              </a:lnSpc>
            </a:pPr>
            <a:r>
              <a:rPr lang="en-US" b="true" sz="68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78724" y="3505669"/>
            <a:ext cx="12376375" cy="492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Code Gen AI &amp; Code Explainer is an intelligent system that helps in automating code writing and understanding.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Built using AI models (LLMs), it can generate, debug, and explain code in natural language.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Integrates Streamlit, Ollama, and OCR for file-based code analysis and visualization.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Aims to make coding easier, faster, and more educational.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8823" y="2052254"/>
            <a:ext cx="10890353" cy="117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7"/>
              </a:lnSpc>
            </a:pPr>
            <a:r>
              <a:rPr lang="en-US" b="true" sz="69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3940875"/>
            <a:ext cx="12376375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Automate code generation and code correction.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Provide clear explanations of code logic and flow.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Identify syntax, logic, and security errors in code.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Support multiple document formats for versatile input handling.</a:t>
            </a:r>
          </a:p>
          <a:p>
            <a:pPr algn="just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3814" y="1963100"/>
            <a:ext cx="10009291" cy="116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b="true" sz="6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CORE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21154" y="3781742"/>
            <a:ext cx="12376375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Streamlit: Builds a clean, interactive chat UI.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Ollama (LLM Engine): Runs local AI models like codellama, gemma, or llama3.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OCR (pytesseract): Extracts text from image-based files.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pdfplumber / python-docx: Extracts readable text from PDFs and Word files.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Pandas: Reads and displays structured CSV data.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JSON Storage: Stores conversation history securely.</a:t>
            </a:r>
          </a:p>
          <a:p>
            <a:pPr algn="just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31985" y="1576387"/>
            <a:ext cx="10009291" cy="10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7"/>
              </a:lnSpc>
            </a:pPr>
            <a:r>
              <a:rPr lang="en-US" b="true" sz="63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5125" y="3480494"/>
            <a:ext cx="14505708" cy="439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8207" indent="-384103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 Input: Chat message or file upload via Streamlit.</a:t>
            </a:r>
          </a:p>
          <a:p>
            <a:pPr algn="just" marL="768207" indent="-384103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Extraction Layer: OCR + document parsers extract text/code.</a:t>
            </a:r>
          </a:p>
          <a:p>
            <a:pPr algn="just" marL="768207" indent="-384103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Layer (Ollama): LLM processes and analyzes code.</a:t>
            </a:r>
          </a:p>
          <a:p>
            <a:pPr algn="just" marL="768207" indent="-384103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Response Engine: Generates summary, corrected code, and explanation.</a:t>
            </a:r>
          </a:p>
          <a:p>
            <a:pPr algn="just" marL="768207" indent="-384103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Storage Layer: Saves chat history for future context.</a:t>
            </a:r>
          </a:p>
          <a:p>
            <a:pPr algn="just">
              <a:lnSpc>
                <a:spcPts val="498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3814" y="2037323"/>
            <a:ext cx="10009291" cy="117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7"/>
              </a:lnSpc>
            </a:pPr>
            <a:r>
              <a:rPr lang="en-US" b="true" sz="69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42369" y="4316031"/>
            <a:ext cx="11693770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 uploads a file or types a code-related query.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App extracts and processes file text.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model analyzes or generates code based on context.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Response streamed back with explanations and fixes.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Conversation saved for continued learning or reference.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3814" y="2075651"/>
            <a:ext cx="10009291" cy="119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7"/>
              </a:lnSpc>
            </a:pPr>
            <a:r>
              <a:rPr lang="en-US" b="true" sz="70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STREAMLIT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3624" y="4306506"/>
            <a:ext cx="13110432" cy="317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596" indent="-388798" lvl="1">
              <a:lnSpc>
                <a:spcPts val="5042"/>
              </a:lnSpc>
              <a:buFont typeface="Arial"/>
              <a:buChar char="•"/>
            </a:pPr>
            <a:r>
              <a:rPr lang="en-US" sz="360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Interactive chat interface with fixed bottom input bar.</a:t>
            </a:r>
          </a:p>
          <a:p>
            <a:pPr algn="just" marL="777596" indent="-388798" lvl="1">
              <a:lnSpc>
                <a:spcPts val="5042"/>
              </a:lnSpc>
              <a:buFont typeface="Arial"/>
              <a:buChar char="•"/>
            </a:pPr>
            <a:r>
              <a:rPr lang="en-US" sz="360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Sidebar options for model selection and chat management.</a:t>
            </a:r>
          </a:p>
          <a:p>
            <a:pPr algn="just" marL="777596" indent="-388798" lvl="1">
              <a:lnSpc>
                <a:spcPts val="5042"/>
              </a:lnSpc>
              <a:buFont typeface="Arial"/>
              <a:buChar char="•"/>
            </a:pPr>
            <a:r>
              <a:rPr lang="en-US" sz="360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File upload button (➕) for fast access.</a:t>
            </a:r>
          </a:p>
          <a:p>
            <a:pPr algn="just" marL="777596" indent="-388798" lvl="1">
              <a:lnSpc>
                <a:spcPts val="5042"/>
              </a:lnSpc>
              <a:buFont typeface="Arial"/>
              <a:buChar char="•"/>
            </a:pPr>
            <a:r>
              <a:rPr lang="en-US" sz="360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Real-time streaming AI responses for natural conversation.</a:t>
            </a:r>
          </a:p>
          <a:p>
            <a:pPr algn="just">
              <a:lnSpc>
                <a:spcPts val="504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25" y="2090354"/>
            <a:ext cx="14047606" cy="177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7"/>
              </a:lnSpc>
            </a:pPr>
            <a:r>
              <a:rPr lang="en-US" b="true" sz="51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OCR (OPTICAL CHARACTER RECOGNITION) MODULE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3940875"/>
            <a:ext cx="13119206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Image Files: Handled via pytesseract for OCR-based text extraction.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PDF Files: Text extracted using pdfplumber.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DOCX Files: Processed via python-docx.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CSV / TXT Files: Read directly using Pandas or file I/O.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Extracted text analyzed automatically by AI for summarization and debugging.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9435" y="1973749"/>
            <a:ext cx="10009291" cy="191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7"/>
              </a:lnSpc>
            </a:pPr>
            <a:r>
              <a:rPr lang="en-US" b="true" sz="55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OLLAMA — LOCAL LLM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Runs Large Language Models (LLMs) locally (e.g., codellama, gemma, llama3)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Works offline — no API cost or internet needed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Supports streaming responses for real-time display in Streamlit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Easy model switching: Code generation / Explanation / Debugging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Command-line: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3814" y="1840053"/>
            <a:ext cx="10009291" cy="102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7"/>
              </a:lnSpc>
            </a:pPr>
            <a:r>
              <a:rPr lang="en-US" b="true" sz="60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ERROR HANDLING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16465"/>
            <a:ext cx="14958881" cy="309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7690" indent="-378845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Verifies availability of Ollama and essential libraries.</a:t>
            </a:r>
          </a:p>
          <a:p>
            <a:pPr algn="just" marL="757690" indent="-378845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Catches exceptions from unreadable or corrupted files.</a:t>
            </a:r>
          </a:p>
          <a:p>
            <a:pPr algn="just" marL="757690" indent="-378845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</a:t>
            </a:r>
            <a:r>
              <a:rPr lang="en-US" sz="350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revents multiple LLM calls with session control.</a:t>
            </a:r>
          </a:p>
          <a:p>
            <a:pPr algn="just" marL="757690" indent="-378845" lvl="1">
              <a:lnSpc>
                <a:spcPts val="4913"/>
              </a:lnSpc>
              <a:buFont typeface="Arial"/>
              <a:buChar char="•"/>
            </a:pPr>
            <a:r>
              <a:rPr lang="en-US" sz="350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Ensures smooth reruns and stability during chat interaction.</a:t>
            </a:r>
          </a:p>
          <a:p>
            <a:pPr algn="just">
              <a:lnSpc>
                <a:spcPts val="491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04696" y="1946764"/>
            <a:ext cx="10009291" cy="191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7"/>
              </a:lnSpc>
            </a:pPr>
            <a:r>
              <a:rPr lang="en-US" b="true" sz="55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AI RESPONSE GENERATION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Receive text / code from user or OCR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Send prompt with system instructions to Ollama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generates: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Code summary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Err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or detection / fixes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Security &amp; logic improvements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Streamlit displays formatted markdown + explanation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9435" y="1964224"/>
            <a:ext cx="10009291" cy="109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7"/>
              </a:lnSpc>
            </a:pPr>
            <a:r>
              <a:rPr lang="en-US" b="true" sz="64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KEY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Multi-file support (Image, PDF, DOCX, CSV, TXT)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Local AI model with Ollama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OCR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integration for non-text code inputs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Chat history saved for review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Real-time streaming AI output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19435" y="2919758"/>
            <a:ext cx="11861548" cy="6511144"/>
          </a:xfrm>
          <a:custGeom>
            <a:avLst/>
            <a:gdLst/>
            <a:ahLst/>
            <a:cxnLst/>
            <a:rect r="r" b="b" t="t" l="l"/>
            <a:pathLst>
              <a:path h="6511144" w="11861548">
                <a:moveTo>
                  <a:pt x="0" y="0"/>
                </a:moveTo>
                <a:lnTo>
                  <a:pt x="11861548" y="0"/>
                </a:lnTo>
                <a:lnTo>
                  <a:pt x="11861548" y="6511144"/>
                </a:lnTo>
                <a:lnTo>
                  <a:pt x="0" y="65111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73" t="0" r="-4861" b="-824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19435" y="1973749"/>
            <a:ext cx="10009291" cy="94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7"/>
              </a:lnSpc>
            </a:pPr>
            <a:r>
              <a:rPr lang="en-US" b="true" sz="55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DEMO FLOW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54924" y="1358656"/>
            <a:ext cx="14354175" cy="7569687"/>
          </a:xfrm>
          <a:custGeom>
            <a:avLst/>
            <a:gdLst/>
            <a:ahLst/>
            <a:cxnLst/>
            <a:rect r="r" b="b" t="t" l="l"/>
            <a:pathLst>
              <a:path h="7569687" w="14354175">
                <a:moveTo>
                  <a:pt x="0" y="0"/>
                </a:moveTo>
                <a:lnTo>
                  <a:pt x="14354175" y="0"/>
                </a:lnTo>
                <a:lnTo>
                  <a:pt x="14354175" y="7569688"/>
                </a:lnTo>
                <a:lnTo>
                  <a:pt x="0" y="75696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332" r="0" b="-333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28522" y="-16854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25" y="2155725"/>
            <a:ext cx="13018493" cy="12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1"/>
              </a:lnSpc>
            </a:pPr>
            <a:r>
              <a:rPr lang="en-US" b="true" sz="7093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No cloud dependency — full offline operation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Enhanced data privacy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Multi-language OCR capability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Scalable architecture for future AI models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Reduces developer debugging time significantly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28522" y="-16854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25" y="2155725"/>
            <a:ext cx="13018493" cy="12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1"/>
              </a:lnSpc>
            </a:pPr>
            <a:r>
              <a:rPr lang="en-US" b="true" sz="7093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FUTURE ENHANCEMENTS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Add voice input/output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Multi-model fusion (combine Ollama + OpenAI APIs)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ntegrate code execution sandbox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eploy as desktop or web SaaS app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28522" y="-16854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25" y="2155725"/>
            <a:ext cx="13018493" cy="12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1"/>
              </a:lnSpc>
            </a:pPr>
            <a:r>
              <a:rPr lang="en-US" b="true" sz="7093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4492319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Code Gen AI &amp; Code Explainer bridges human + AI coding skills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Streamlit + Ollama + OCR = Smart Autonomous Code Assistant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Enhances developer productivity and learning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Future-r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eady AI coding platform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28522" y="-16854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5125" y="3717660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DAG1xCpdHPE</dc:identifier>
  <dcterms:modified xsi:type="dcterms:W3CDTF">2011-08-01T06:04:30Z</dcterms:modified>
  <cp:revision>1</cp:revision>
  <dc:title>Code Gen AI &amp; Code Explainer</dc:title>
</cp:coreProperties>
</file>